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56f6f3cc3f4f6e" /><Relationship Type="http://schemas.openxmlformats.org/officeDocument/2006/relationships/extended-properties" Target="/docProps/app.xml" Id="Rb14af9dfea0b40c2" /><Relationship Type="http://schemas.openxmlformats.org/officeDocument/2006/relationships/officeDocument" Target="/ppt/presentation.xml" Id="R32aacd4267ca44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9081b0b0624c06"/>
  </p:sldMasterIdLst>
  <p:notesMasterIdLst>
    <p:notesMasterId xmlns:r="http://schemas.openxmlformats.org/officeDocument/2006/relationships" r:id="R65e624796cbd4fa8"/>
  </p:notesMasterIdLst>
  <p:sldIdLst>
    <p:sldId xmlns:r="http://schemas.openxmlformats.org/officeDocument/2006/relationships" id="256" r:id="R29b432e15fd94fc3"/>
    <p:sldId xmlns:r="http://schemas.openxmlformats.org/officeDocument/2006/relationships" id="257" r:id="R916969f4fa17470d"/>
    <p:sldId xmlns:r="http://schemas.openxmlformats.org/officeDocument/2006/relationships" id="258" r:id="Rf2b1f672019e4e33"/>
    <p:sldId xmlns:r="http://schemas.openxmlformats.org/officeDocument/2006/relationships" id="259" r:id="Rd23bb24d8efe4cd9"/>
    <p:sldId xmlns:r="http://schemas.openxmlformats.org/officeDocument/2006/relationships" id="260" r:id="R8551aeda0ef94e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9caa1fdc864f06" /><Relationship Type="http://schemas.openxmlformats.org/officeDocument/2006/relationships/slideMaster" Target="/ppt/slideMasters/slideMaster1.xml" Id="R709081b0b0624c06" /><Relationship Type="http://schemas.openxmlformats.org/officeDocument/2006/relationships/notesMaster" Target="/ppt/notesMasters/notesMaster1.xml" Id="R65e624796cbd4fa8" /><Relationship Type="http://schemas.openxmlformats.org/officeDocument/2006/relationships/presProps" Target="/ppt/presProps.xml" Id="Rca53458ba097427e" /><Relationship Type="http://schemas.openxmlformats.org/officeDocument/2006/relationships/tableStyles" Target="/ppt/tableStyles.xml" Id="Rfd35d0dcffe2494c" /><Relationship Type="http://schemas.openxmlformats.org/officeDocument/2006/relationships/slide" Target="/ppt/slides/slide1.xml" Id="R29b432e15fd94fc3" /><Relationship Type="http://schemas.openxmlformats.org/officeDocument/2006/relationships/slide" Target="/ppt/slides/slide2.xml" Id="R916969f4fa17470d" /><Relationship Type="http://schemas.openxmlformats.org/officeDocument/2006/relationships/slide" Target="/ppt/slides/slide3.xml" Id="Rf2b1f672019e4e33" /><Relationship Type="http://schemas.openxmlformats.org/officeDocument/2006/relationships/slide" Target="/ppt/slides/slide4.xml" Id="Rd23bb24d8efe4cd9" /><Relationship Type="http://schemas.openxmlformats.org/officeDocument/2006/relationships/slide" Target="/ppt/slides/slide5.xml" Id="R8551aeda0ef94e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473af33bb94d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4284a4576f44b3" /><Relationship Type="http://schemas.openxmlformats.org/officeDocument/2006/relationships/notesMaster" Target="/ppt/notesMasters/notesMaster1.xml" Id="R1578bf9803d446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f6b8b31d744519" /><Relationship Type="http://schemas.openxmlformats.org/officeDocument/2006/relationships/notesMaster" Target="/ppt/notesMasters/notesMaster1.xml" Id="R157358a4a4cf49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9e640a144e4aa2" /><Relationship Type="http://schemas.openxmlformats.org/officeDocument/2006/relationships/notesMaster" Target="/ppt/notesMasters/notesMaster1.xml" Id="R050c66485cb64c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7c2b75415f4d8f" /><Relationship Type="http://schemas.openxmlformats.org/officeDocument/2006/relationships/notesMaster" Target="/ppt/notesMasters/notesMaster1.xml" Id="Rc2d0d933884c46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d5e263d0fd42aa" /><Relationship Type="http://schemas.openxmlformats.org/officeDocument/2006/relationships/notesMaster" Target="/ppt/notesMasters/notesMaster1.xml" Id="R96a6dfdfb75b48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7d4b958be45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e24eaf85f04713" /><Relationship Type="http://schemas.openxmlformats.org/officeDocument/2006/relationships/slideLayout" Target="/ppt/slideLayouts/slideLayout1.xml" Id="Rd53d44a3b7ca45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3d44a3b7ca45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599311722404d" /><Relationship Type="http://schemas.openxmlformats.org/officeDocument/2006/relationships/image" Target="/ppt/media/image.bin" Id="R4dc829428e8d40f6" /><Relationship Type="http://schemas.openxmlformats.org/officeDocument/2006/relationships/notesSlide" Target="/ppt/notesSlides/notesSlide1.xml" Id="R40c341c5a77341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31351ff934a6f" /><Relationship Type="http://schemas.openxmlformats.org/officeDocument/2006/relationships/notesSlide" Target="/ppt/notesSlides/notesSlide2.xml" Id="Rc48a1892e85b46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c59f1355c426a" /><Relationship Type="http://schemas.openxmlformats.org/officeDocument/2006/relationships/notesSlide" Target="/ppt/notesSlides/notesSlide3.xml" Id="R02dc84886c7848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6a35f5c004f32" /><Relationship Type="http://schemas.openxmlformats.org/officeDocument/2006/relationships/notesSlide" Target="/ppt/notesSlides/notesSlide4.xml" Id="Rab3a6637e9264d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309b9255e444d" /><Relationship Type="http://schemas.openxmlformats.org/officeDocument/2006/relationships/notesSlide" Target="/ppt/notesSlides/notesSlide5.xml" Id="R25a2f1d9d68a46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27EB7-4502-4E22-B299-82DB2D71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spc="2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spc="2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RALLY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89ED2-5364-4114-8E91-39CC006F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533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Event readiness</a:t>
            </a:r>
          </a:p>
          <a:p xmlns:a="http://schemas.openxmlformats.org/drawingml/2006/main">
            <a:pPr>
              <a:defRPr sz="40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that turns RSVP data</a:t>
            </a:r>
          </a:p>
          <a:p xmlns:a="http://schemas.openxmlformats.org/drawingml/2006/main">
            <a:pPr>
              <a:defRPr sz="40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into an action plan.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7F578-0035-4F22-81C2-EE636719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4905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A voice-assisted operations console for organisers who need confidence before the event starts.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717DA-10B1-4400-9ADB-FF79D726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76EFC-39DA-462C-A0B9-632318F8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82A38"/>
                </a:solidFill>
                <a:latin typeface="Helvetica Neue"/>
                <a:ea typeface="Helvetica Neue"/>
                <a:cs typeface="Helvetica Neue"/>
              </a:rPr>
              <a:t>Hackathon reviewer walkthrough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829428e8d40f6"/>
          <a:srcRect xmlns:a="http://schemas.openxmlformats.org/drawingml/2006/main" l="16406" t="0" r="1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552450"/>
            <a:ext cx="5353050" cy="5353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A3357-8CB4-495A-AEB9-6E5F00A4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076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Frontend + deployed Express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12F5C-7F79-4176-B6D2-7E8B1FBB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RALLY  /  HACKATHON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10191-F6B7-411E-97BD-8E536332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03352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ABB01-B025-4FBA-AA89-65785B2E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E257B-36B2-4C9C-AA58-CACEEAD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Registration is not event readiness.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CBD28-C635-44E9-8AAB-2C50B165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A full RSVP list still leaves organisers guessing who will arrive, what they need, and what to do when plans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36465-0A73-4FA1-AABC-A33C80EA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93826-B3C8-4D01-8EAB-E9B72433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The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8958F-A6C6-4082-8AC4-191A60E8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4714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Attendee data is static. The operational plan is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F4E24-F75C-492E-88CF-ED6B4E57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4648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Teams typically chase confirmations, parking requests, food needs and cancellations in separate channels—too late to make clean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08A01-DD24-4C97-811E-E522A5D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9AF38-6FC7-4AAB-95B4-90F94657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95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65EE2-1AA0-4F39-B1E4-34CAA87E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Attendance 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FB529-2055-43F3-A0F8-5350BFE6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A registered attendee may still be a no-show.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34F76-0930-4CC1-9824-0B710764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1312E-3729-4E09-9222-83D29640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385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Operational details arrive 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31D98-FE49-4C5F-85A5-F70C468C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52875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Parking, arrival, food and access needs are often scattered.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4284D-1A24-47BA-AAA7-CD9DA2EA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6BD24-E414-4BBE-956E-FAFEC271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57725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Cancelled seats go unused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5B481-5CBB-4118-9D9A-A0E9E2A6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7205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Waitlisted guests need a fast, consent-aware recovery 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4AD7F-6DF6-4D54-8245-D905B5B9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RALLY  /  HACKATHON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E5581-672F-4607-9BD3-C82256CC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3129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4B08FA-5E9E-425D-9178-19EA6032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HOW RALLY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B6588-5A04-4C3A-9AA9-D0E05E06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Rally closes the loop from outreach to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FBBA2-8EDA-456B-849F-ED2CA599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The product turns individual confirmations into a shared plan that organisers can act 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72AE5-A4EB-46F3-B51C-D39F10EF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CEBB5-F64A-4C44-AB3A-E3CDE1B8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863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DA662-50F6-4A01-993E-7E9638E1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96219-4806-44B4-88A7-4EE39378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29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AA147-F866-4E70-8CE8-CBA2CF39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29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94A90-E63F-4C6D-BAD7-03F70174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C66BF-BBF6-42F3-B7CE-18500B18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52B6E-69BD-4B5A-B9C5-5879305E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Import &amp; configure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5FC61-3C49-458E-A43D-F071F87A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Create a campaign, bring in attendees, and choose the questions Rally should ask.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3B794-BD57-4222-8A2D-20FC989A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54445-E446-4A9D-8DEC-650F27E4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E794A-4D8C-4C87-A4AB-68C68F5E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3850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Collect readiness signals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8C10E-13F4-4B84-A587-2C49A769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052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Record consent-aware responses for attendance, arrival, parking, food and access.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3D92F-F999-47C2-867F-91F5E9FA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0840B-B88F-4560-A44C-539B5780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D4A1B-A076-4379-B245-CCBF9821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3850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Act on the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7CC88-0B5F-4C9A-84C1-1F3EF748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Prioritise follow-ups, adjust operations, and recover released seats from the waitlist.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0417E-5B97-498B-9464-D9EFE5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53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CAMPAIGN SETUP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47BC1-62FF-48DD-8E28-4BC473E7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530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READINESS RESPONSES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1A251-D30A-4F0F-8B78-EEBE1D22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530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OPERATIONS &amp; 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AC15A-CBE9-4D7E-B306-FD50E2B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RALLY  /  HACKATHON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05405-54AB-476F-B4A8-FE2036A5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35917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1F92E-CB83-41CC-B39C-7DEFD5D8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WHAT REVIEWERS CAN EXPLORE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7AB46-0B07-4F77-BDF0-5EC32C9D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A complete operations journey, not just a dashboard.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305D7-6A78-4C7D-AD55-E9A13291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The current build covers the pre-event readiness workflow from campaign setup through final recovery.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4CEAD-14F2-4D4E-A49E-B114D68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AD796-2925-431F-8453-BF111924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CAMPAIGN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E0855-2A9A-49B5-8642-288CF97E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Configure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68409-65B6-46B6-9C63-9281E03F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Event details, outreach questions, consent safeguards and import mapping.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9328F-4DBA-4BC5-9A6E-A0A3103B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14625"/>
            <a:ext cx="95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68F45-F6B6-4452-95F3-7C88E03A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14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READINESS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64FFF-E35B-41A1-B995-E3E8B61F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569A0-A8B4-44DB-B34E-905FD93F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Live activity, attendee answers, action queue and preference summaries in one place.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4F1CD-4DEF-4A64-A87F-22BB0437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14625"/>
            <a:ext cx="95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90914-811C-4847-B3A1-5DC67DA2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14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SEAT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8AAA7-BE6E-4995-B509-043FE8BB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2C02D-9DC5-47B0-9246-62C481F5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Release declined seats with consent and route offers through a visible waitlist queue.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517E3-7E8C-4D39-B8C0-28FF66D9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4B7EB-1C6C-4177-9FE8-E857D99C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340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82A38"/>
                </a:solidFill>
                <a:latin typeface="Helvetica Neue"/>
                <a:ea typeface="Helvetica Neue"/>
                <a:cs typeface="Helvetica Neue"/>
              </a:rPr>
              <a:t>Every screen is driven by an API-ready data adapter, so mock content can be replaced by live campaign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681FE-FCD8-4F58-9129-B4BFA1B9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RALLY  /  HACKATHON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64B7F-40ED-477F-8D16-65C9A13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91116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03576-FB14-4379-B400-7B4874C7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spc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BUILT FOR A REAL EVENT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364FE-0F69-47CC-BAFD-F0711456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The frontend is connected to a deployed backend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72DA7-4FF0-4E47-85FC-95515342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Rally’s interface composes campaign operations from focused APIs instead of relying on a hardcoded dashboard payload.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A153C-76D4-438A-8B92-40D36CD4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BCC68-3E54-406B-893A-DE9E4FED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30299-13E9-4FB9-B6B7-D67487CF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10E36-59A8-492E-9630-F7FAE83F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2895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13B3E-9C18-4FAB-9E49-97B4B704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2114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70AD3-3B01-4BEA-962C-EF1CBA8B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2914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FF88A-0EBA-4942-9AF4-4B7CC10A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Rally 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5F4CB-FF72-4880-94C5-771CCF2D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Campaigns · attendees</a:t>
            </a:r>
          </a:p>
          <a:p xmlns:a="http://schemas.openxmlformats.org/drawingml/2006/main">
            <a:pPr>
              <a:def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operations · waitlist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ADC9E-9A3B-4DD6-8442-47723EE0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147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Express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DC53D-9DF3-4940-A2B0-11C56151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86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5BB5"/>
                </a:solidFill>
                <a:latin typeface="Helvetica Neue"/>
                <a:ea typeface="Helvetica Neue"/>
                <a:cs typeface="Helvetica Neue"/>
              </a:rPr>
              <a:t>Deployed on Vercel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40C75-8CEF-4961-B674-D805E5D7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147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21B"/>
                </a:solidFill>
                <a:latin typeface="Helvetica Neue"/>
                <a:ea typeface="Helvetica Neue"/>
                <a:cs typeface="Helvetica Neue"/>
              </a:rPr>
              <a:t>Campaign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17085-09BE-4094-9A48-3B57B025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Preferences · tasks</a:t>
            </a:r>
          </a:p>
          <a:p xmlns:a="http://schemas.openxmlformats.org/drawingml/2006/main">
            <a:pPr>
              <a:def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call activity · seat offers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B078F-EA27-4213-9DA9-27F1E82D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8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82A38"/>
                </a:solidFill>
                <a:latin typeface="Helvetica Neue"/>
                <a:ea typeface="Helvetica Neue"/>
                <a:cs typeface="Helvetica Neue"/>
              </a:rPr>
              <a:t>The API adapter composes six endpoints for the operations view, with local mock fallback available for design and development.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44DEC-AA6B-498B-8C2F-0E7524EE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1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RALLY  /  HACKATHON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D1ABD-C669-469F-8B1C-7AE6692F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707384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94857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2026-08-15T06:55:04.5390000Z</dcterms:created>
  <dcterms:modified xsi:type="dcterms:W3CDTF">2026-08-15T06:55:04.5400000Z</dcterms:modified>
</coreProperties>
</file>